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20c4ff3c3441a2" /><Relationship Type="http://schemas.openxmlformats.org/officeDocument/2006/relationships/extended-properties" Target="/docProps/app.xml" Id="R60ed58a460094129" /><Relationship Type="http://schemas.openxmlformats.org/officeDocument/2006/relationships/officeDocument" Target="/ppt/presentation.xml" Id="Re74e958710c24e9e" /></Relationships>
</file>

<file path=ppt/presentation.xml><?xml version="1.0" encoding="utf-8"?>
<p:presentation xmlns:p="http://schemas.openxmlformats.org/presentationml/2006/main">
  <p:sldMasterIdLst>
    <p:sldMasterId xmlns:r="http://schemas.openxmlformats.org/officeDocument/2006/relationships" id="2147483648" r:id="Rb8f31ea910d54fdd"/>
  </p:sldMasterIdLst>
  <p:notesMasterIdLst>
    <p:notesMasterId xmlns:r="http://schemas.openxmlformats.org/officeDocument/2006/relationships" r:id="R7e8d424604874a5a"/>
  </p:notesMasterIdLst>
  <p:sldIdLst>
    <p:sldId xmlns:r="http://schemas.openxmlformats.org/officeDocument/2006/relationships" id="256" r:id="R2ac4dcbb476044f9"/>
    <p:sldId xmlns:r="http://schemas.openxmlformats.org/officeDocument/2006/relationships" id="257" r:id="Rf4a278855b8a4ed8"/>
    <p:sldId xmlns:r="http://schemas.openxmlformats.org/officeDocument/2006/relationships" id="258" r:id="R38ff91bd5bb44e7d"/>
    <p:sldId xmlns:r="http://schemas.openxmlformats.org/officeDocument/2006/relationships" id="259" r:id="Refaae33f3c5e4632"/>
    <p:sldId xmlns:r="http://schemas.openxmlformats.org/officeDocument/2006/relationships" id="260" r:id="Rc72b4b40ba8940f7"/>
    <p:sldId xmlns:r="http://schemas.openxmlformats.org/officeDocument/2006/relationships" id="261" r:id="R2a9eab4a349b4f08"/>
    <p:sldId xmlns:r="http://schemas.openxmlformats.org/officeDocument/2006/relationships" id="262" r:id="R71e383d13bda43d3"/>
    <p:sldId xmlns:r="http://schemas.openxmlformats.org/officeDocument/2006/relationships" id="263" r:id="R72b8d634a8344521"/>
    <p:sldId xmlns:r="http://schemas.openxmlformats.org/officeDocument/2006/relationships" id="264" r:id="R5d2294b2dcad47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cff65801264a81" /><Relationship Type="http://schemas.openxmlformats.org/officeDocument/2006/relationships/slideMaster" Target="/ppt/slideMasters/slideMaster1.xml" Id="Rb8f31ea910d54fdd" /><Relationship Type="http://schemas.openxmlformats.org/officeDocument/2006/relationships/notesMaster" Target="/ppt/notesMasters/notesMaster1.xml" Id="R7e8d424604874a5a" /><Relationship Type="http://schemas.openxmlformats.org/officeDocument/2006/relationships/presProps" Target="/ppt/presProps.xml" Id="R18843df213374b6f" /><Relationship Type="http://schemas.openxmlformats.org/officeDocument/2006/relationships/tableStyles" Target="/ppt/tableStyles.xml" Id="R8ea5be2c3c694b6c" /><Relationship Type="http://schemas.openxmlformats.org/officeDocument/2006/relationships/slide" Target="/ppt/slides/slide1.xml" Id="R2ac4dcbb476044f9" /><Relationship Type="http://schemas.openxmlformats.org/officeDocument/2006/relationships/slide" Target="/ppt/slides/slide2.xml" Id="Rf4a278855b8a4ed8" /><Relationship Type="http://schemas.openxmlformats.org/officeDocument/2006/relationships/slide" Target="/ppt/slides/slide3.xml" Id="R38ff91bd5bb44e7d" /><Relationship Type="http://schemas.openxmlformats.org/officeDocument/2006/relationships/slide" Target="/ppt/slides/slide4.xml" Id="Refaae33f3c5e4632" /><Relationship Type="http://schemas.openxmlformats.org/officeDocument/2006/relationships/slide" Target="/ppt/slides/slide5.xml" Id="Rc72b4b40ba8940f7" /><Relationship Type="http://schemas.openxmlformats.org/officeDocument/2006/relationships/slide" Target="/ppt/slides/slide6.xml" Id="R2a9eab4a349b4f08" /><Relationship Type="http://schemas.openxmlformats.org/officeDocument/2006/relationships/slide" Target="/ppt/slides/slide7.xml" Id="R71e383d13bda43d3" /><Relationship Type="http://schemas.openxmlformats.org/officeDocument/2006/relationships/slide" Target="/ppt/slides/slide8.xml" Id="R72b8d634a8344521" /><Relationship Type="http://schemas.openxmlformats.org/officeDocument/2006/relationships/slide" Target="/ppt/slides/slide9.xml" Id="R5d2294b2dcad47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42cd9626db4f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05e4a955dd4b6e" /><Relationship Type="http://schemas.openxmlformats.org/officeDocument/2006/relationships/notesMaster" Target="/ppt/notesMasters/notesMaster1.xml" Id="Rbb85473eb97d4c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3eba05043947ca" /><Relationship Type="http://schemas.openxmlformats.org/officeDocument/2006/relationships/notesMaster" Target="/ppt/notesMasters/notesMaster1.xml" Id="R3a2bbf124c114d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5c9729e249426d" /><Relationship Type="http://schemas.openxmlformats.org/officeDocument/2006/relationships/notesMaster" Target="/ppt/notesMasters/notesMaster1.xml" Id="Rdd3973e2e8ba47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21c7d1b07e4ef2" /><Relationship Type="http://schemas.openxmlformats.org/officeDocument/2006/relationships/notesMaster" Target="/ppt/notesMasters/notesMaster1.xml" Id="Rb78a787bc00a4d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5f76529d984010" /><Relationship Type="http://schemas.openxmlformats.org/officeDocument/2006/relationships/notesMaster" Target="/ppt/notesMasters/notesMaster1.xml" Id="Re9000a78fb274c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522e4935c242fc" /><Relationship Type="http://schemas.openxmlformats.org/officeDocument/2006/relationships/notesMaster" Target="/ppt/notesMasters/notesMaster1.xml" Id="R5e9eeb2dfbc34c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39eec9f3c44c77" /><Relationship Type="http://schemas.openxmlformats.org/officeDocument/2006/relationships/notesMaster" Target="/ppt/notesMasters/notesMaster1.xml" Id="R74c217a59cf147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914ba8f3a541b1" /><Relationship Type="http://schemas.openxmlformats.org/officeDocument/2006/relationships/notesMaster" Target="/ppt/notesMasters/notesMaster1.xml" Id="R46111fade7d74c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e0b2695e594974" /><Relationship Type="http://schemas.openxmlformats.org/officeDocument/2006/relationships/notesMaster" Target="/ppt/notesMasters/notesMaster1.xml" Id="R690764d1ff1744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99c5e808ee43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07bcf29ad64247" /><Relationship Type="http://schemas.openxmlformats.org/officeDocument/2006/relationships/slideLayout" Target="/ppt/slideLayouts/slideLayout1.xml" Id="R604edc2dac7d43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4edc2dac7d43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5535429e124301" /><Relationship Type="http://schemas.openxmlformats.org/officeDocument/2006/relationships/image" Target="/ppt/media/image.png" Id="Rd02f9f3781dc4353" /><Relationship Type="http://schemas.openxmlformats.org/officeDocument/2006/relationships/notesSlide" Target="/ppt/notesSlides/notesSlide1.xml" Id="R616a9378c82f4a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c639f822964014" /><Relationship Type="http://schemas.openxmlformats.org/officeDocument/2006/relationships/notesSlide" Target="/ppt/notesSlides/notesSlide2.xml" Id="R7dadb0abb0c24c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53e1b6c3494341" /><Relationship Type="http://schemas.openxmlformats.org/officeDocument/2006/relationships/notesSlide" Target="/ppt/notesSlides/notesSlide3.xml" Id="R0bfbb639e0aa49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3ba3e546c64fd6" /><Relationship Type="http://schemas.openxmlformats.org/officeDocument/2006/relationships/image" Target="/ppt/media/image2.png" Id="Rd6687d9607bf4eab" /><Relationship Type="http://schemas.openxmlformats.org/officeDocument/2006/relationships/notesSlide" Target="/ppt/notesSlides/notesSlide4.xml" Id="R2ee45bc9e7b948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b66155911d410d" /><Relationship Type="http://schemas.openxmlformats.org/officeDocument/2006/relationships/chart" Target="/ppt/slides/charts/chart1.xml" Id="R51bdc2e5b69a499f" /><Relationship Type="http://schemas.openxmlformats.org/officeDocument/2006/relationships/notesSlide" Target="/ppt/notesSlides/notesSlide5.xml" Id="R17e0f044608e40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7d4fe5f035410d" /><Relationship Type="http://schemas.openxmlformats.org/officeDocument/2006/relationships/notesSlide" Target="/ppt/notesSlides/notesSlide6.xml" Id="Rdd6c4b18841742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a840bd5f074a2f" /><Relationship Type="http://schemas.openxmlformats.org/officeDocument/2006/relationships/notesSlide" Target="/ppt/notesSlides/notesSlide7.xml" Id="Raad0f044e57844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dbe356b94f4d28" /><Relationship Type="http://schemas.openxmlformats.org/officeDocument/2006/relationships/notesSlide" Target="/ppt/notesSlides/notesSlide8.xml" Id="Ref7e7730941e44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d3c6344b8046f8" /><Relationship Type="http://schemas.openxmlformats.org/officeDocument/2006/relationships/notesSlide" Target="/ppt/notesSlides/notesSlide9.xml" Id="Rb85c12b506514a8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cover-accent-field">
            <a:extLst xmlns:a="http://schemas.openxmlformats.org/drawingml/2006/main">
              <a:ext uri="{FF2B5EF4-FFF2-40B4-BE49-F238E27FC236}">
                <a16:creationId xmlns:a16="http://schemas.microsoft.com/office/drawing/2014/main" id="{22F38976-3B86-448C-B489-3F5D686D80B1}"/>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02f9f3781dc4353"/>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4C0B46A1-C495-4BD3-8F05-36320C90A305}"/>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4767FB75-B42C-410D-8B64-6FB4F28D37B1}"/>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E536B97C-A809-408A-9FAD-61C5F81049B6}"/>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7C758ABA-B6AA-4EFF-AD02-D1E71CAAD94D}"/>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4C8622BE-8B9C-429F-83AD-14D5F663552D}"/>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D6DFEDAF-0CCC-4294-93CE-EBBA9D0A751C}"/>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AD3A58E8-0822-4376-A409-2E35C2AF457A}"/>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23E44A80-D160-409C-913D-FF331B75778C}"/>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856645AB-2FA5-4934-B085-1112639E52A3}"/>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C39C99F3-624A-47FF-9EB1-D87975431D5B}"/>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B17FC345-734C-4D68-AB90-9E6364063673}"/>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cover-rule">
            <a:extLst xmlns:a="http://schemas.openxmlformats.org/drawingml/2006/main">
              <a:ext uri="{FF2B5EF4-FFF2-40B4-BE49-F238E27FC236}">
                <a16:creationId xmlns:a16="http://schemas.microsoft.com/office/drawing/2014/main" id="{E4C2107D-0AE6-457F-99F5-3773ABBD5CE0}"/>
              </a:ext>
            </a:extLst>
          </p:cNvPr>
          <p:cNvSpPr>
            <a:spLocks xmlns:a="http://schemas.openxmlformats.org/drawingml/2006/main" noGrp="1"/>
          </p:cNvSpPr>
          <p:nvPr/>
        </p:nvSpPr>
        <p:spPr>
          <a:xfrm xmlns:a="http://schemas.openxmlformats.org/drawingml/2006/main">
            <a:off x="647700" y="4905375"/>
            <a:ext cx="4953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over-stack">
            <a:extLst xmlns:a="http://schemas.openxmlformats.org/drawingml/2006/main">
              <a:ext uri="{FF2B5EF4-FFF2-40B4-BE49-F238E27FC236}">
                <a16:creationId xmlns:a16="http://schemas.microsoft.com/office/drawing/2014/main" id="{CBCCAA44-1E5E-4D8F-BDEA-D762CB1681E1}"/>
              </a:ext>
            </a:extLst>
          </p:cNvPr>
          <p:cNvSpPr>
            <a:spLocks xmlns:a="http://schemas.openxmlformats.org/drawingml/2006/main" noGrp="1"/>
          </p:cNvSpPr>
          <p:nvPr/>
        </p:nvSpPr>
        <p:spPr>
          <a:xfrm xmlns:a="http://schemas.openxmlformats.org/drawingml/2006/main">
            <a:off x="647700" y="5124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REACT + VITE + TYPESCRIPT    /    VERCEL-READY</a:t>
            </a:r>
          </a:p>
        </p:txBody>
      </p:sp>
      <p:sp>
        <p:nvSpPr>
          <p:cNvPr id="16" name="cover-team">
            <a:extLst xmlns:a="http://schemas.openxmlformats.org/drawingml/2006/main">
              <a:ext uri="{FF2B5EF4-FFF2-40B4-BE49-F238E27FC236}">
                <a16:creationId xmlns:a16="http://schemas.microsoft.com/office/drawing/2014/main" id="{31FD42D0-0D2E-48AF-9C7F-D677C88B3EF5}"/>
              </a:ext>
            </a:extLst>
          </p:cNvPr>
          <p:cNvSpPr>
            <a:spLocks xmlns:a="http://schemas.openxmlformats.org/drawingml/2006/main" noGrp="1"/>
          </p:cNvSpPr>
          <p:nvPr/>
        </p:nvSpPr>
        <p:spPr>
          <a:xfrm xmlns:a="http://schemas.openxmlformats.org/drawingml/2006/main">
            <a:off x="647700" y="55149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2-member hackathon team</a:t>
            </a:r>
          </a:p>
        </p:txBody>
      </p:sp>
      <p:sp>
        <p:nvSpPr>
          <p:cNvPr id="17" name="cover-date">
            <a:extLst xmlns:a="http://schemas.openxmlformats.org/drawingml/2006/main">
              <a:ext uri="{FF2B5EF4-FFF2-40B4-BE49-F238E27FC236}">
                <a16:creationId xmlns:a16="http://schemas.microsoft.com/office/drawing/2014/main" id="{6FCCBE7A-3281-4506-81FE-9F27BF6BD2A0}"/>
              </a:ext>
            </a:extLst>
          </p:cNvPr>
          <p:cNvSpPr>
            <a:spLocks xmlns:a="http://schemas.openxmlformats.org/drawingml/2006/main" noGrp="1"/>
          </p:cNvSpPr>
          <p:nvPr/>
        </p:nvSpPr>
        <p:spPr>
          <a:xfrm xmlns:a="http://schemas.openxmlformats.org/drawingml/2006/main">
            <a:off x="647700" y="57435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18 SEPTEMBER 2026</a:t>
            </a:r>
          </a:p>
        </p:txBody>
      </p:sp>
      <p:sp>
        <p:nvSpPr>
          <p:cNvPr id="18" name="footer-rule-1">
            <a:extLst xmlns:a="http://schemas.openxmlformats.org/drawingml/2006/main">
              <a:ext uri="{FF2B5EF4-FFF2-40B4-BE49-F238E27FC236}">
                <a16:creationId xmlns:a16="http://schemas.microsoft.com/office/drawing/2014/main" id="{24A716E3-4E8F-4DBE-9CE5-CD6CC3D1152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
            <a:extLst xmlns:a="http://schemas.openxmlformats.org/drawingml/2006/main">
              <a:ext uri="{FF2B5EF4-FFF2-40B4-BE49-F238E27FC236}">
                <a16:creationId xmlns:a16="http://schemas.microsoft.com/office/drawing/2014/main" id="{DDB9E140-C2B5-4016-9D89-BDF2F4B74316}"/>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
            <a:extLst xmlns:a="http://schemas.openxmlformats.org/drawingml/2006/main">
              <a:ext uri="{FF2B5EF4-FFF2-40B4-BE49-F238E27FC236}">
                <a16:creationId xmlns:a16="http://schemas.microsoft.com/office/drawing/2014/main" id="{2D85D8B2-34CB-4D87-8FA4-45C7CA031A3D}"/>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09</a:t>
            </a:r>
          </a:p>
        </p:txBody>
      </p:sp>
    </p:spTree>
    <p:extLst>
      <p:ext uri="{BB962C8B-B14F-4D97-AF65-F5344CB8AC3E}">
        <p14:creationId xmlns:p14="http://schemas.microsoft.com/office/powerpoint/2010/main" val="279735954"/>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32D6A4A1-6741-4036-B1CD-CE25EC6E3B26}"/>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4F1E874B-1F94-4EF7-9CEA-FD3CB8E90905}"/>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C046E06E-EB08-43BA-B6EB-63862EE4A537}"/>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BB0094AA-973C-4645-9930-68546A205D83}"/>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0B5DF662-CAC8-45BB-991A-E609B45C86AD}"/>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134173DD-C8B3-4F99-9DBA-079AE3C7B578}"/>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14A71A84-041E-40CF-90A2-4C085A2DFEB3}"/>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963ECCD3-3BA7-4B3F-9E94-A2F159C29058}"/>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733AF242-AA9F-4027-A50A-FD15D150E74A}"/>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E66DB61D-1C35-410B-B270-C90506830F43}"/>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2D6B5C46-6F10-4CBE-B772-4BB79C00C5D2}"/>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AB1B489B-07F1-4D5A-BB48-8A628CBA1F89}"/>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D38BF296-4C9C-4F42-97DD-207BAF43D0BC}"/>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CA03835C-39F4-4FB6-8BC0-01FE333C19DA}"/>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ACA4766C-A225-41F4-ABFD-6914816E4B0C}"/>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39DE3E10-80E9-4FE4-ADB9-34A1421E01DB}"/>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head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head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headEnd type="triangle" w="sm" len="sm"/>
          </a:ln>
        </p:spPr>
      </p:cxnSp>
      <p:sp>
        <p:nvSpPr>
          <p:cNvPr id="20" name="problem-question">
            <a:extLst xmlns:a="http://schemas.openxmlformats.org/drawingml/2006/main">
              <a:ext uri="{FF2B5EF4-FFF2-40B4-BE49-F238E27FC236}">
                <a16:creationId xmlns:a16="http://schemas.microsoft.com/office/drawing/2014/main" id="{DBB8A67B-0585-40C4-96F9-A4ED65A57387}"/>
              </a:ext>
            </a:extLst>
          </p:cNvPr>
          <p:cNvSpPr>
            <a:spLocks xmlns:a="http://schemas.openxmlformats.org/drawingml/2006/main" noGrp="1"/>
          </p:cNvSpPr>
          <p:nvPr/>
        </p:nvSpPr>
        <p:spPr>
          <a:xfrm xmlns:a="http://schemas.openxmlformats.org/drawingml/2006/main">
            <a:off x="800100" y="4724400"/>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48"/>
          </a:bodyPr>
          <a:lstStyle xmlns:a="http://schemas.openxmlformats.org/drawingml/2006/main"/>
          <a:p xmlns:a="http://schemas.openxmlformats.org/drawingml/2006/main">
            <a:pPr algn="l">
              <a:lnSpc>
                <a:spcPct val="105000"/>
              </a:lnSpc>
              <a:buNone/>
              <a:defRPr sz="2100" b="1" i="0">
                <a:solidFill>
                  <a:srgbClr val="F6F9FF"/>
                </a:solidFill>
                <a:latin typeface="Helvetica Neue"/>
                <a:ea typeface="Helvetica Neue"/>
                <a:cs typeface="Helvetica Neue"/>
              </a:defRPr>
            </a:pPr>
            <a:r>
              <a:rPr sz="210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E0CD745D-871D-44FC-8A04-A342F53CF6BE}"/>
              </a:ext>
            </a:extLst>
          </p:cNvPr>
          <p:cNvSpPr>
            <a:spLocks xmlns:a="http://schemas.openxmlformats.org/drawingml/2006/main" noGrp="1"/>
          </p:cNvSpPr>
          <p:nvPr/>
        </p:nvSpPr>
        <p:spPr>
          <a:xfrm xmlns:a="http://schemas.openxmlformats.org/drawingml/2006/main">
            <a:off x="819150" y="5172075"/>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F0C9AC65-E359-49C5-8392-91C00207F85F}"/>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B4EC5E35-D147-4828-BD40-9018C1E39444}"/>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B84D49"/>
                </a:solidFill>
                <a:latin typeface="Helvetica Neue"/>
                <a:ea typeface="Helvetica Neue"/>
                <a:cs typeface="Helvetica Neue"/>
              </a:defRPr>
            </a:pPr>
            <a:r>
              <a:rPr sz="900" b="1" i="0">
                <a:solidFill>
                  <a:srgbClr val="B84D49"/>
                </a:solidFill>
                <a:latin typeface="Helvetica Neue"/>
                <a:ea typeface="Helvetica Neue"/>
                <a:cs typeface="Helvetica Neue"/>
              </a:rPr>
              <a:t>FLAGGED ≠ EXPLAINED</a:t>
            </a:r>
          </a:p>
        </p:txBody>
      </p:sp>
      <p:sp>
        <p:nvSpPr>
          <p:cNvPr id="24" name="footer-rule-2">
            <a:extLst xmlns:a="http://schemas.openxmlformats.org/drawingml/2006/main">
              <a:ext uri="{FF2B5EF4-FFF2-40B4-BE49-F238E27FC236}">
                <a16:creationId xmlns:a16="http://schemas.microsoft.com/office/drawing/2014/main" id="{ABBA186E-AEC0-42D2-A7BD-2E7B1A0DB24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B45165A5-CB6D-4B5C-AD59-541AB48FB12B}"/>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0B8A668A-1DDA-42E1-B968-3967412B3967}"/>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09</a:t>
            </a:r>
          </a:p>
        </p:txBody>
      </p:sp>
    </p:spTree>
    <p:extLst>
      <p:ext uri="{BB962C8B-B14F-4D97-AF65-F5344CB8AC3E}">
        <p14:creationId xmlns:p14="http://schemas.microsoft.com/office/powerpoint/2010/main" val="609514681"/>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264DE707-AACE-435A-815D-31FA56228B7B}"/>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B02A53A9-0F7E-48FF-B8CF-489624D2B8FA}"/>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A3111FFE-4F18-483A-9B40-66BF55E00975}"/>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D5B23F4D-AC9B-4AE8-BC32-98DFEE8651D9}"/>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234DF6DF-2AFD-4A06-AFAF-D20487B8E4B5}"/>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8009F52A-93D0-4C2F-919B-765722B75159}"/>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187581FF-7E3C-42E3-9762-6E1AAA012CC8}"/>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30B20985-3938-41E0-A39D-93EADA8D2581}"/>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A276DFA3-DBF9-44BB-8D8C-017F891626E5}"/>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A375678C-22DE-4301-B9CF-90FAF451AA10}"/>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0591F77A-814E-4486-81FC-DD2293BD8823}"/>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5D749807-E35D-4931-8810-ED4DFA76371A}"/>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88334EDB-BA5C-43FA-B75F-73CB122FA9F5}"/>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8D83108F-A55A-46D9-8EF6-A0F659D8423B}"/>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ECFA6029-E613-4571-AB98-A2E4456E6C6B}"/>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CC5DCFF4-A638-4D2F-B92E-3E83717EA729}"/>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082AC17D-85AD-44AC-9F5D-446D8D8F5BDC}"/>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2B1495B0-096D-4C98-829B-2369B8D37DB3}"/>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67A9E6C3-D49C-45F3-B259-48B31018F1AD}"/>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head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head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headEnd type="triangle" w="sm" len="sm"/>
          </a:ln>
        </p:spPr>
      </p:cxnSp>
      <p:sp>
        <p:nvSpPr>
          <p:cNvPr id="23" name="flow-bottom-band">
            <a:extLst xmlns:a="http://schemas.openxmlformats.org/drawingml/2006/main">
              <a:ext uri="{FF2B5EF4-FFF2-40B4-BE49-F238E27FC236}">
                <a16:creationId xmlns:a16="http://schemas.microsoft.com/office/drawing/2014/main" id="{2EB3682D-4478-414B-83C8-435390922068}"/>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EFBA8DC5-FE61-4BB1-A6CD-83DE35492C10}"/>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Five product surfaces.</a:t>
            </a:r>
          </a:p>
        </p:txBody>
      </p:sp>
      <p:sp>
        <p:nvSpPr>
          <p:cNvPr id="25" name="flow-bottom-body">
            <a:extLst xmlns:a="http://schemas.openxmlformats.org/drawingml/2006/main">
              <a:ext uri="{FF2B5EF4-FFF2-40B4-BE49-F238E27FC236}">
                <a16:creationId xmlns:a16="http://schemas.microsoft.com/office/drawing/2014/main" id="{7366C702-64A2-450D-91BC-3A750161F80A}"/>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frontend never invents a second score. It renders the API or local engine snapshot that already contains the evidence links.</a:t>
            </a:r>
          </a:p>
        </p:txBody>
      </p:sp>
      <p:sp>
        <p:nvSpPr>
          <p:cNvPr id="26" name="footer-rule-3">
            <a:extLst xmlns:a="http://schemas.openxmlformats.org/drawingml/2006/main">
              <a:ext uri="{FF2B5EF4-FFF2-40B4-BE49-F238E27FC236}">
                <a16:creationId xmlns:a16="http://schemas.microsoft.com/office/drawing/2014/main" id="{A3028013-32A8-48AE-B2B7-8EF72F1BDCF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3">
            <a:extLst xmlns:a="http://schemas.openxmlformats.org/drawingml/2006/main">
              <a:ext uri="{FF2B5EF4-FFF2-40B4-BE49-F238E27FC236}">
                <a16:creationId xmlns:a16="http://schemas.microsoft.com/office/drawing/2014/main" id="{5DAD027F-0F24-49D9-A8C3-15924668D10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3">
            <a:extLst xmlns:a="http://schemas.openxmlformats.org/drawingml/2006/main">
              <a:ext uri="{FF2B5EF4-FFF2-40B4-BE49-F238E27FC236}">
                <a16:creationId xmlns:a16="http://schemas.microsoft.com/office/drawing/2014/main" id="{4CD1AC2A-DA04-4B31-AA64-59D9EC5EC734}"/>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09</a:t>
            </a:r>
          </a:p>
        </p:txBody>
      </p:sp>
    </p:spTree>
    <p:extLst>
      <p:ext uri="{BB962C8B-B14F-4D97-AF65-F5344CB8AC3E}">
        <p14:creationId xmlns:p14="http://schemas.microsoft.com/office/powerpoint/2010/main" val="736827965"/>
      </p:ext>
    </p:extLst>
  </p:cSld>
</p:sld>
</file>

<file path=ppt/slides/slide4.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D9DA537F-737B-4D06-8786-5C6C00DCB421}"/>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39EE3C50-F54A-4568-9943-01634C704420}"/>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016FC39F-B9E2-42A4-91A6-248A2105F47D}"/>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32D42681-41FF-46CF-AAF4-BE41B2F194E9}"/>
              </a:ext>
            </a:extLst>
          </p:cNvPr>
          <p:cNvSpPr>
            <a:spLocks xmlns:a="http://schemas.openxmlformats.org/drawingml/2006/main" noGrp="1"/>
          </p:cNvSpPr>
          <p:nvPr/>
        </p:nvSpPr>
        <p:spPr>
          <a:xfrm xmlns:a="http://schemas.openxmlformats.org/drawingml/2006/main">
            <a:off x="609600" y="2133600"/>
            <a:ext cx="7829550" cy="4895850"/>
          </a:xfrm>
          <a:prstGeom xmlns:a="http://schemas.openxmlformats.org/drawingml/2006/main" prst="roundRect">
            <a:avLst>
              <a:gd name="adj" fmla="val 3891"/>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6687d9607bf4eab"/>
          <a:srcRect xmlns:a="http://schemas.openxmlformats.org/drawingml/2006/main" l="0" t="75" r="0" b="75"/>
          <a:stretch xmlns:a="http://schemas.openxmlformats.org/drawingml/2006/main">
            <a:fillRect l="0" t="0" r="0" b="0"/>
          </a:stretch>
        </p:blipFill>
        <p:spPr>
          <a:xfrm xmlns:a="http://schemas.openxmlformats.org/drawingml/2006/main">
            <a:off x="723900" y="2247900"/>
            <a:ext cx="7600950" cy="4743450"/>
          </a:xfrm>
          <a:prstGeom xmlns:a="http://schemas.openxmlformats.org/drawingml/2006/main" prst="roundRect">
            <a:avLst>
              <a:gd name="adj" fmla="val 3213"/>
            </a:avLst>
          </a:prstGeom>
        </p:spPr>
      </p:pic>
      <p:sp>
        <p:nvSpPr>
          <p:cNvPr id="6" name="proof-caption">
            <a:extLst xmlns:a="http://schemas.openxmlformats.org/drawingml/2006/main">
              <a:ext uri="{FF2B5EF4-FFF2-40B4-BE49-F238E27FC236}">
                <a16:creationId xmlns:a16="http://schemas.microsoft.com/office/drawing/2014/main" id="{89026AEE-85DD-4407-A67C-918FA997E4F0}"/>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03B2C0A5-1E4D-4CFF-9B0B-953139FE145A}"/>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A1F91B9E-DABD-4362-B5C5-4BC011516472}"/>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228D8980-9BC1-46A2-9538-1DC51C727663}"/>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E18A1B7D-A7E5-415A-9504-2321ACF0A631}"/>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1DE38903-FDDF-4088-88A5-DA563B4F7639}"/>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E45A1060-D891-4726-85E0-7FE9008E8D96}"/>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C0DAFD97-C9E4-42FC-A78E-AECB84D32FB8}"/>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5D2C0D40-2ADA-432E-A688-09E55D988CDB}"/>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4">
            <a:extLst xmlns:a="http://schemas.openxmlformats.org/drawingml/2006/main">
              <a:ext uri="{FF2B5EF4-FFF2-40B4-BE49-F238E27FC236}">
                <a16:creationId xmlns:a16="http://schemas.microsoft.com/office/drawing/2014/main" id="{058BFBA8-A9A6-42C7-9DAF-BF98D17BB00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4">
            <a:extLst xmlns:a="http://schemas.openxmlformats.org/drawingml/2006/main">
              <a:ext uri="{FF2B5EF4-FFF2-40B4-BE49-F238E27FC236}">
                <a16:creationId xmlns:a16="http://schemas.microsoft.com/office/drawing/2014/main" id="{9751ED1A-43DB-454E-99D9-01560A11ABC7}"/>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4">
            <a:extLst xmlns:a="http://schemas.openxmlformats.org/drawingml/2006/main">
              <a:ext uri="{FF2B5EF4-FFF2-40B4-BE49-F238E27FC236}">
                <a16:creationId xmlns:a16="http://schemas.microsoft.com/office/drawing/2014/main" id="{8C83CF03-0429-4159-BD3D-DF7EE1EF857C}"/>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04 / 09</a:t>
            </a:r>
          </a:p>
        </p:txBody>
      </p:sp>
    </p:spTree>
    <p:extLst>
      <p:ext uri="{BB962C8B-B14F-4D97-AF65-F5344CB8AC3E}">
        <p14:creationId xmlns:p14="http://schemas.microsoft.com/office/powerpoint/2010/main" val="1817005255"/>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2" name="score-kicker">
            <a:extLst xmlns:a="http://schemas.openxmlformats.org/drawingml/2006/main">
              <a:ext uri="{FF2B5EF4-FFF2-40B4-BE49-F238E27FC236}">
                <a16:creationId xmlns:a16="http://schemas.microsoft.com/office/drawing/2014/main" id="{C43CCFA1-2F8F-4D8E-AFA9-A2FDE25961D8}"/>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E8EB1AA0-AFB6-4307-85EC-74967EB15B70}"/>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54EB065F-B457-490A-82C9-F5159F3EE7A1}"/>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row-line-1">
            <a:extLst xmlns:a="http://schemas.openxmlformats.org/drawingml/2006/main">
              <a:ext uri="{FF2B5EF4-FFF2-40B4-BE49-F238E27FC236}">
                <a16:creationId xmlns:a16="http://schemas.microsoft.com/office/drawing/2014/main" id="{85C9AD88-0FF1-42EC-ABD1-585BD65090D9}"/>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5" name="score-row-number-1">
            <a:extLst xmlns:a="http://schemas.openxmlformats.org/drawingml/2006/main">
              <a:ext uri="{FF2B5EF4-FFF2-40B4-BE49-F238E27FC236}">
                <a16:creationId xmlns:a16="http://schemas.microsoft.com/office/drawing/2014/main" id="{21A2BBAF-79D9-48D2-9782-C5DB2CEEF09F}"/>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6" name="score-row-heading-1">
            <a:extLst xmlns:a="http://schemas.openxmlformats.org/drawingml/2006/main">
              <a:ext uri="{FF2B5EF4-FFF2-40B4-BE49-F238E27FC236}">
                <a16:creationId xmlns:a16="http://schemas.microsoft.com/office/drawing/2014/main" id="{1432F67A-7844-431B-A243-077A280D0D1B}"/>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7" name="score-row-body-1">
            <a:extLst xmlns:a="http://schemas.openxmlformats.org/drawingml/2006/main">
              <a:ext uri="{FF2B5EF4-FFF2-40B4-BE49-F238E27FC236}">
                <a16:creationId xmlns:a16="http://schemas.microsoft.com/office/drawing/2014/main" id="{A056D1CE-7E2D-4B87-8717-4781C18BCE6A}"/>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8" name="score-row-line-2">
            <a:extLst xmlns:a="http://schemas.openxmlformats.org/drawingml/2006/main">
              <a:ext uri="{FF2B5EF4-FFF2-40B4-BE49-F238E27FC236}">
                <a16:creationId xmlns:a16="http://schemas.microsoft.com/office/drawing/2014/main" id="{E61464DE-EF9B-4D9F-82E1-BEA977745902}"/>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9" name="score-row-number-2">
            <a:extLst xmlns:a="http://schemas.openxmlformats.org/drawingml/2006/main">
              <a:ext uri="{FF2B5EF4-FFF2-40B4-BE49-F238E27FC236}">
                <a16:creationId xmlns:a16="http://schemas.microsoft.com/office/drawing/2014/main" id="{1A7FBF8C-75AB-4F05-8BE0-F2B3ABDEEAB8}"/>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0" name="score-row-heading-2">
            <a:extLst xmlns:a="http://schemas.openxmlformats.org/drawingml/2006/main">
              <a:ext uri="{FF2B5EF4-FFF2-40B4-BE49-F238E27FC236}">
                <a16:creationId xmlns:a16="http://schemas.microsoft.com/office/drawing/2014/main" id="{37BDD353-2AFF-482E-B934-858E83898DD5}"/>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1" name="score-row-body-2">
            <a:extLst xmlns:a="http://schemas.openxmlformats.org/drawingml/2006/main">
              <a:ext uri="{FF2B5EF4-FFF2-40B4-BE49-F238E27FC236}">
                <a16:creationId xmlns:a16="http://schemas.microsoft.com/office/drawing/2014/main" id="{73CF90B8-5F0E-46A8-80DB-6A583B809554}"/>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2" name="score-row-line-3">
            <a:extLst xmlns:a="http://schemas.openxmlformats.org/drawingml/2006/main">
              <a:ext uri="{FF2B5EF4-FFF2-40B4-BE49-F238E27FC236}">
                <a16:creationId xmlns:a16="http://schemas.microsoft.com/office/drawing/2014/main" id="{1943C1BE-2329-4D76-BBD7-A9972AB4C336}"/>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3" name="score-row-number-3">
            <a:extLst xmlns:a="http://schemas.openxmlformats.org/drawingml/2006/main">
              <a:ext uri="{FF2B5EF4-FFF2-40B4-BE49-F238E27FC236}">
                <a16:creationId xmlns:a16="http://schemas.microsoft.com/office/drawing/2014/main" id="{7BCC8C20-A0E2-4FF7-BBCE-6989BEA8F420}"/>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4" name="score-row-heading-3">
            <a:extLst xmlns:a="http://schemas.openxmlformats.org/drawingml/2006/main">
              <a:ext uri="{FF2B5EF4-FFF2-40B4-BE49-F238E27FC236}">
                <a16:creationId xmlns:a16="http://schemas.microsoft.com/office/drawing/2014/main" id="{B46E48E8-E5FC-44B7-8FB9-97498C018906}"/>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5" name="score-row-body-3">
            <a:extLst xmlns:a="http://schemas.openxmlformats.org/drawingml/2006/main">
              <a:ext uri="{FF2B5EF4-FFF2-40B4-BE49-F238E27FC236}">
                <a16:creationId xmlns:a16="http://schemas.microsoft.com/office/drawing/2014/main" id="{1D8CD812-FFB4-4D96-8A40-51E70391BD7E}"/>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37"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51bdc2e5b69a499f"/>
          </a:graphicData>
        </a:graphic>
      </p:graphicFrame>
      <p:sp>
        <p:nvSpPr>
          <p:cNvPr id="17" name="score-caveat">
            <a:extLst xmlns:a="http://schemas.openxmlformats.org/drawingml/2006/main">
              <a:ext uri="{FF2B5EF4-FFF2-40B4-BE49-F238E27FC236}">
                <a16:creationId xmlns:a16="http://schemas.microsoft.com/office/drawing/2014/main" id="{0C5FBB9A-F6E7-49B6-AF40-547E1A791325}"/>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18" name="score-caveat-text">
            <a:extLst xmlns:a="http://schemas.openxmlformats.org/drawingml/2006/main">
              <a:ext uri="{FF2B5EF4-FFF2-40B4-BE49-F238E27FC236}">
                <a16:creationId xmlns:a16="http://schemas.microsoft.com/office/drawing/2014/main" id="{8F37E2E5-1E41-4C1B-B76E-FE210DE11253}"/>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19" name="footer-rule-5">
            <a:extLst xmlns:a="http://schemas.openxmlformats.org/drawingml/2006/main">
              <a:ext uri="{FF2B5EF4-FFF2-40B4-BE49-F238E27FC236}">
                <a16:creationId xmlns:a16="http://schemas.microsoft.com/office/drawing/2014/main" id="{975F46D6-E01D-4CCE-8906-B7C160EE612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footer-brand-5">
            <a:extLst xmlns:a="http://schemas.openxmlformats.org/drawingml/2006/main">
              <a:ext uri="{FF2B5EF4-FFF2-40B4-BE49-F238E27FC236}">
                <a16:creationId xmlns:a16="http://schemas.microsoft.com/office/drawing/2014/main" id="{93876900-D503-4A93-BE19-CE0B69596336}"/>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1" name="footer-page-5">
            <a:extLst xmlns:a="http://schemas.openxmlformats.org/drawingml/2006/main">
              <a:ext uri="{FF2B5EF4-FFF2-40B4-BE49-F238E27FC236}">
                <a16:creationId xmlns:a16="http://schemas.microsoft.com/office/drawing/2014/main" id="{3130949F-350A-44D2-8BED-E32DB370351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05 / 09</a:t>
            </a:r>
          </a:p>
        </p:txBody>
      </p:sp>
    </p:spTree>
    <p:extLst>
      <p:ext uri="{BB962C8B-B14F-4D97-AF65-F5344CB8AC3E}">
        <p14:creationId xmlns:p14="http://schemas.microsoft.com/office/powerpoint/2010/main" val="1422757670"/>
      </p:ext>
    </p:extLst>
  </p:cSld>
</p:sld>
</file>

<file path=ppt/slides/slide6.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B0E99EB1-E9D4-4568-8B9C-495FBBEC6827}"/>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870D8653-139D-4868-9499-A60FA28F0F41}"/>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B0AA4091-7E78-4906-85FB-98CCCE4665C7}"/>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9F01C96F-1A8F-4C03-88A0-6F3D832EC93C}"/>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2BA7B199-3A27-4396-9005-C1763E0FD623}"/>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62ADC495-3BE0-4079-A1AE-10269D3A07A2}"/>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408BAC5D-7D10-48E3-8702-9709C5EA22F8}"/>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EFDA773A-E1C2-4964-91FD-86870CF05310}"/>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1113121E-239C-474D-9AD4-C8CA925E5815}"/>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A6A98ED7-E61F-46A4-9938-2540924D100E}"/>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DA944B68-1C72-475B-880B-28F5847BD6D6}"/>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B9824291-0F5F-442D-835B-FA1AA213B5D2}"/>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F91E2153-1EAF-43D1-8452-48A9A5C90CD1}"/>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23266EA1-DF7F-418D-8876-CAA0C96F07A6}"/>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1B8C02A4-8CD7-4E0A-880F-8C250E2CCE75}"/>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BF3EC111-79F9-46D5-87D5-E001A2A68788}"/>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79829264-355F-4815-9E4B-6C7984FF2BD3}"/>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C0C31284-1B4A-4543-BD5D-626C27244FFA}"/>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482392B7-8DE7-49BA-93CF-3040799E0A31}"/>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388BA6E2-C9C7-413A-965F-64019D83912E}"/>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809E0A61-98B7-4C08-89B2-F982183DEB4D}"/>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D1F8E448-C282-41B3-A1AD-4CC038BA9598}"/>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63EBC989-7DF6-4445-876F-CA94C4998E5B}"/>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2AAE885A-1A83-4BF0-B669-79E2EB16C783}"/>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341EBAFA-78D7-4F55-9082-198954A834B9}"/>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C64FC260-CFFB-4D4A-9A43-E23C61AFEF0E}"/>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74325F2D-EBBF-4144-8C33-9703C0FD9734}"/>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3F8A89BA-FFA8-4E07-A6CC-E68FA6DB7D71}"/>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1585CED8-1323-4477-AAEF-9BF2CA6C0FFB}"/>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EF18F798-49EC-4601-A63C-564D37257EC3}"/>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E141102A-0DA8-495C-8D25-CF555009721C}"/>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144B5516-27F9-48B3-B746-DA75D2D68F2D}"/>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head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head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head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head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headEnd type="triangle" w="sm" len="sm"/>
          </a:ln>
        </p:spPr>
      </p:cxnSp>
      <p:sp>
        <p:nvSpPr>
          <p:cNvPr id="45" name="trace-metrics">
            <a:extLst xmlns:a="http://schemas.openxmlformats.org/drawingml/2006/main">
              <a:ext uri="{FF2B5EF4-FFF2-40B4-BE49-F238E27FC236}">
                <a16:creationId xmlns:a16="http://schemas.microsoft.com/office/drawing/2014/main" id="{86C383BA-8329-40C5-A69D-CBB201F969C8}"/>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E11E34B4-BAFD-4FE0-9414-6C7731955B6D}"/>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42BE0BC3-9AB5-4546-9A4B-F178ECB77BEA}"/>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ED6254A4-B059-472E-B98A-F2AD66E90EE8}"/>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3C634143-D50E-4376-B717-4902F56B44FF}"/>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DE19594C-F217-43C0-86F5-B6CF781602F9}"/>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1EF92FDD-1452-4967-BED6-39675E34EDBA}"/>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E4FACDAA-FBC5-4639-B3AE-6C1F3CB60243}"/>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3293C828-2DCD-406A-87EF-FC6204EB22D2}"/>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072F3F3C-C30B-49B4-ABB3-1200BFCF2E7F}"/>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7A89AF5F-F5A0-40A4-90A9-56FE05B47A58}"/>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6">
            <a:extLst xmlns:a="http://schemas.openxmlformats.org/drawingml/2006/main">
              <a:ext uri="{FF2B5EF4-FFF2-40B4-BE49-F238E27FC236}">
                <a16:creationId xmlns:a16="http://schemas.microsoft.com/office/drawing/2014/main" id="{A6ECE637-DCFA-43DA-AD46-1B083CACD03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6">
            <a:extLst xmlns:a="http://schemas.openxmlformats.org/drawingml/2006/main">
              <a:ext uri="{FF2B5EF4-FFF2-40B4-BE49-F238E27FC236}">
                <a16:creationId xmlns:a16="http://schemas.microsoft.com/office/drawing/2014/main" id="{54D9F6A4-AB61-4FFD-A626-3AE6B38A74DF}"/>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6">
            <a:extLst xmlns:a="http://schemas.openxmlformats.org/drawingml/2006/main">
              <a:ext uri="{FF2B5EF4-FFF2-40B4-BE49-F238E27FC236}">
                <a16:creationId xmlns:a16="http://schemas.microsoft.com/office/drawing/2014/main" id="{3E5FE48D-D56F-4BA6-95A1-7284F7DF3BB1}"/>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06 / 09</a:t>
            </a:r>
          </a:p>
        </p:txBody>
      </p:sp>
    </p:spTree>
    <p:extLst>
      <p:ext uri="{BB962C8B-B14F-4D97-AF65-F5344CB8AC3E}">
        <p14:creationId xmlns:p14="http://schemas.microsoft.com/office/powerpoint/2010/main" val="1545706696"/>
      </p:ext>
    </p:extLst>
  </p:cSld>
</p:sld>
</file>

<file path=ppt/slides/slide7.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3" name="build-kicker">
            <a:extLst xmlns:a="http://schemas.openxmlformats.org/drawingml/2006/main">
              <a:ext uri="{FF2B5EF4-FFF2-40B4-BE49-F238E27FC236}">
                <a16:creationId xmlns:a16="http://schemas.microsoft.com/office/drawing/2014/main" id="{C2B1BEA3-AD09-467C-AB05-339FDCF1FA18}"/>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2995DED0-520B-4A00-987C-11A99388AE82}"/>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Built for the hackathon and ready for the next step</a:t>
            </a:r>
          </a:p>
        </p:txBody>
      </p:sp>
      <p:sp>
        <p:nvSpPr>
          <p:cNvPr id="3" name="build-subtitle">
            <a:extLst xmlns:a="http://schemas.openxmlformats.org/drawingml/2006/main">
              <a:ext uri="{FF2B5EF4-FFF2-40B4-BE49-F238E27FC236}">
                <a16:creationId xmlns:a16="http://schemas.microsoft.com/office/drawing/2014/main" id="{4FF7F5DE-35A8-4A97-A3F8-C7D929E6EBAB}"/>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A focused two-member build keeps the demo reliable while leaving a clear path to private workspaces.</a:t>
            </a:r>
          </a:p>
        </p:txBody>
      </p:sp>
      <p:sp>
        <p:nvSpPr>
          <p:cNvPr id="4" name="build-rule">
            <a:extLst xmlns:a="http://schemas.openxmlformats.org/drawingml/2006/main">
              <a:ext uri="{FF2B5EF4-FFF2-40B4-BE49-F238E27FC236}">
                <a16:creationId xmlns:a16="http://schemas.microsoft.com/office/drawing/2014/main" id="{57C4594D-A35B-4687-B66F-7C30908C4011}"/>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4254278E-5795-4562-871C-87BD60CA7667}"/>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9DFDFCAC-FDCB-4055-A6CC-B9427536973F}"/>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F4AFA9E6-1403-4692-AB46-7CA9300B5FCE}"/>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2DF02523-96DC-4EB5-B3F0-73E8FDE93A29}"/>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348A239C-2087-4933-884A-362D51843669}"/>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2A1DB12F-0BBA-4A75-8B8D-257CF9BAB0CC}"/>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AF58F670-0183-457F-85F2-7C9170EDFDE8}"/>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260C8DAD-AC3B-4EED-9843-9F2439783DA4}"/>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39F3BFD6-1BD3-4416-99D6-026AD75F69C0}"/>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production blockers</a:t>
            </a:r>
          </a:p>
        </p:txBody>
      </p:sp>
      <p:sp>
        <p:nvSpPr>
          <p:cNvPr id="14" name="build-stat-body-3">
            <a:extLst xmlns:a="http://schemas.openxmlformats.org/drawingml/2006/main">
              <a:ext uri="{FF2B5EF4-FFF2-40B4-BE49-F238E27FC236}">
                <a16:creationId xmlns:a16="http://schemas.microsoft.com/office/drawing/2014/main" id="{306F47B7-D0BB-4C63-BE14-7DFBF62B54B3}"/>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50B4D904-5E82-4559-AAD7-A31DF377FB76}"/>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466E1C74-9B98-4473-860A-EEB76EEF4C79}"/>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0DD458A5-7614-4752-BD56-63B1B5E18CA5}"/>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5A5C85E6-0433-4C3D-AC9F-17CCE39C385A}"/>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CEAC24CB-14E9-41AF-84FA-A581C8D738FB}"/>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A50F84A8-DDC2-4830-B35A-D7C3C0B9134C}"/>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CD920B84-AB21-496F-B84F-7401A0BD31CE}"/>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C509667E-6B98-4AA0-AFD5-9DCD46A0DE36}"/>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E1DE3296-8ED9-4267-BA60-9E7ED2A5B226}"/>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8D2F6E00-5C23-4725-9B90-C77227920D3B}"/>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3524B834-18D0-43D1-ACDC-A8AE9DC5E5CE}"/>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B5CD54E8-565B-43B5-AB86-4A7177E82CB3}"/>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9B03C8BF-2720-451D-9A10-E925B14E7D61}"/>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bottom-band">
            <a:extLst xmlns:a="http://schemas.openxmlformats.org/drawingml/2006/main">
              <a:ext uri="{FF2B5EF4-FFF2-40B4-BE49-F238E27FC236}">
                <a16:creationId xmlns:a16="http://schemas.microsoft.com/office/drawing/2014/main" id="{203881F0-53A1-4FDC-8EF9-2C5225C4EF14}"/>
              </a:ext>
            </a:extLst>
          </p:cNvPr>
          <p:cNvSpPr>
            <a:spLocks xmlns:a="http://schemas.openxmlformats.org/drawingml/2006/main" noGrp="1"/>
          </p:cNvSpPr>
          <p:nvPr/>
        </p:nvSpPr>
        <p:spPr>
          <a:xfrm xmlns:a="http://schemas.openxmlformats.org/drawingml/2006/main">
            <a:off x="609600" y="5543550"/>
            <a:ext cx="10972800" cy="495300"/>
          </a:xfrm>
          <a:prstGeom xmlns:a="http://schemas.openxmlformats.org/drawingml/2006/main" prst="roundRect">
            <a:avLst>
              <a:gd name="adj" fmla="val 23077"/>
            </a:avLst>
          </a:prstGeom>
          <a:solidFill xmlns:a="http://schemas.openxmlformats.org/drawingml/2006/main">
            <a:srgbClr val="071429"/>
          </a:solidFill>
          <a:ln xmlns:a="http://schemas.openxmlformats.org/drawingml/2006/main" w="9525">
            <a:solidFill>
              <a:srgbClr val="17345B"/>
            </a:solidFill>
            <a:prstDash val="solid"/>
          </a:ln>
        </p:spPr>
      </p:sp>
      <p:sp>
        <p:nvSpPr>
          <p:cNvPr id="29" name="build-bottom">
            <a:extLst xmlns:a="http://schemas.openxmlformats.org/drawingml/2006/main">
              <a:ext uri="{FF2B5EF4-FFF2-40B4-BE49-F238E27FC236}">
                <a16:creationId xmlns:a16="http://schemas.microsoft.com/office/drawing/2014/main" id="{B4BCCDB9-47C1-4975-961B-32D3B5EBF992}"/>
              </a:ext>
            </a:extLst>
          </p:cNvPr>
          <p:cNvSpPr>
            <a:spLocks xmlns:a="http://schemas.openxmlformats.org/drawingml/2006/main" noGrp="1"/>
          </p:cNvSpPr>
          <p:nvPr/>
        </p:nvSpPr>
        <p:spPr>
          <a:xfrm xmlns:a="http://schemas.openxmlformats.org/drawingml/2006/main">
            <a:off x="838200" y="5695950"/>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The next step is configuration, not reinvention: add Supabase values, apply the RLS schema, then deploy to Vercel.</a:t>
            </a:r>
          </a:p>
        </p:txBody>
      </p:sp>
      <p:sp>
        <p:nvSpPr>
          <p:cNvPr id="30" name="footer-rule-7">
            <a:extLst xmlns:a="http://schemas.openxmlformats.org/drawingml/2006/main">
              <a:ext uri="{FF2B5EF4-FFF2-40B4-BE49-F238E27FC236}">
                <a16:creationId xmlns:a16="http://schemas.microsoft.com/office/drawing/2014/main" id="{CCD9EA5B-B584-424F-A474-21209D046AF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1" name="footer-brand-7">
            <a:extLst xmlns:a="http://schemas.openxmlformats.org/drawingml/2006/main">
              <a:ext uri="{FF2B5EF4-FFF2-40B4-BE49-F238E27FC236}">
                <a16:creationId xmlns:a16="http://schemas.microsoft.com/office/drawing/2014/main" id="{A491A6E5-9171-40A7-9A38-601B3BE76ABD}"/>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2" name="footer-page-7">
            <a:extLst xmlns:a="http://schemas.openxmlformats.org/drawingml/2006/main">
              <a:ext uri="{FF2B5EF4-FFF2-40B4-BE49-F238E27FC236}">
                <a16:creationId xmlns:a16="http://schemas.microsoft.com/office/drawing/2014/main" id="{EF581375-B6C9-4889-ADC7-22B3FD83AA3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07 / 09</a:t>
            </a:r>
          </a:p>
        </p:txBody>
      </p:sp>
    </p:spTree>
    <p:extLst>
      <p:ext uri="{BB962C8B-B14F-4D97-AF65-F5344CB8AC3E}">
        <p14:creationId xmlns:p14="http://schemas.microsoft.com/office/powerpoint/2010/main" val="1692532439"/>
      </p:ext>
    </p:extLst>
  </p:cSld>
</p:sld>
</file>

<file path=ppt/slides/slide8.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04720F4C-9C4C-41B4-BCAE-C4A57A38745D}"/>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0A932C0D-1259-4548-B861-C6DCF1AE5C82}"/>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92DA229C-0505-45B4-82F5-DA11DCF5FBFE}"/>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27282CC2-30EB-42D6-9CBF-97CC304DDBDB}"/>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C2C580ED-CD50-4593-9EB2-51228BE36562}"/>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44894C8E-3278-4F2C-A4F6-2D3734776978}"/>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C8631642-4DFF-42B1-9FFB-F152B925640A}"/>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F1DBA000-B258-41FF-B2EA-4CB5F61BEF05}"/>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64AB80A8-4345-4637-86AD-58D4FEF08CA2}"/>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EB4AFBBD-A57F-4890-9BFA-79E952DB0CB2}"/>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B0A29852-3EE6-493D-B92E-E6EBF0A581EB}"/>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E0D00AC6-78C7-43ED-9E7F-0C62DAFFB32F}"/>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30435E56-EE25-4DA8-A48B-A91B473740AA}"/>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E7057BDB-3EE4-4F17-90A8-580A6533F003}"/>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07A528F2-A2A6-4F5D-9EC9-086D8113C204}"/>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2A6C7564-527B-4F04-8849-A963E6B1F716}"/>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4626D3B3-B4D6-433F-9AD9-C5F7A192828C}"/>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8">
            <a:extLst xmlns:a="http://schemas.openxmlformats.org/drawingml/2006/main">
              <a:ext uri="{FF2B5EF4-FFF2-40B4-BE49-F238E27FC236}">
                <a16:creationId xmlns:a16="http://schemas.microsoft.com/office/drawing/2014/main" id="{6F947BCC-E86E-4BD3-8BF2-0DE5CC5571C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8">
            <a:extLst xmlns:a="http://schemas.openxmlformats.org/drawingml/2006/main">
              <a:ext uri="{FF2B5EF4-FFF2-40B4-BE49-F238E27FC236}">
                <a16:creationId xmlns:a16="http://schemas.microsoft.com/office/drawing/2014/main" id="{7D2DCEF1-07BC-4FE7-BE22-54D9AA9A01C2}"/>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8">
            <a:extLst xmlns:a="http://schemas.openxmlformats.org/drawingml/2006/main">
              <a:ext uri="{FF2B5EF4-FFF2-40B4-BE49-F238E27FC236}">
                <a16:creationId xmlns:a16="http://schemas.microsoft.com/office/drawing/2014/main" id="{B068BB3C-127D-4E50-9D59-9E4B79CCC54A}"/>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08 / 09</a:t>
            </a:r>
          </a:p>
        </p:txBody>
      </p:sp>
    </p:spTree>
    <p:extLst>
      <p:ext uri="{BB962C8B-B14F-4D97-AF65-F5344CB8AC3E}">
        <p14:creationId xmlns:p14="http://schemas.microsoft.com/office/powerpoint/2010/main" val="2138927502"/>
      </p:ext>
    </p:extLst>
  </p:cSld>
</p:sld>
</file>

<file path=ppt/slides/slide9.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3D008358-F243-4E41-A4D0-8FD7502B5B4A}"/>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B416EDDD-76AA-4B31-B8B8-E7B92297814E}"/>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E66D4ECF-04E6-4CEF-8FF7-068193D41C19}"/>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F83D0ADB-7CBC-49CF-9FED-1FE8B2DEF4CC}"/>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655EA135-F1D4-4EC6-BAFF-0AEC9990A586}"/>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362B4A50-4C54-41E2-8B30-51B8484DB1ED}"/>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E44398D3-6679-4513-BDDF-B3AF8FA29617}"/>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EA63DD7F-3646-4C67-9443-5455D7885129}"/>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A2BA0322-F920-4FEF-BB91-69B182A87565}"/>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0552754E-1D4E-4D67-83E2-7A3CDA3B32A8}"/>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97601F10-CDB5-4F88-A39D-D97E3CF13CDE}"/>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E0D129EA-3D21-49C3-AC78-9704F17EA486}"/>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6A5B48CF-7BC4-485F-9285-ADFB6D26B750}"/>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ECE7BFD5-1E1D-499D-A0C7-EB0D00A80D7D}"/>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51C7CD36-92AB-4E9D-812E-394224C26ACE}"/>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819DD7A2-3A3F-4798-8B38-E555E53E7FDF}"/>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9">
            <a:extLst xmlns:a="http://schemas.openxmlformats.org/drawingml/2006/main">
              <a:ext uri="{FF2B5EF4-FFF2-40B4-BE49-F238E27FC236}">
                <a16:creationId xmlns:a16="http://schemas.microsoft.com/office/drawing/2014/main" id="{3283FC43-FB50-4B33-8E0F-DB9FEC42C58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9">
            <a:extLst xmlns:a="http://schemas.openxmlformats.org/drawingml/2006/main">
              <a:ext uri="{FF2B5EF4-FFF2-40B4-BE49-F238E27FC236}">
                <a16:creationId xmlns:a16="http://schemas.microsoft.com/office/drawing/2014/main" id="{6CA6C5DC-583F-43AB-A5AD-BDFA6566B902}"/>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9">
            <a:extLst xmlns:a="http://schemas.openxmlformats.org/drawingml/2006/main">
              <a:ext uri="{FF2B5EF4-FFF2-40B4-BE49-F238E27FC236}">
                <a16:creationId xmlns:a16="http://schemas.microsoft.com/office/drawing/2014/main" id="{C9BB3A6B-D140-4A3C-B223-F8992C991121}"/>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09 / 09</a:t>
            </a:r>
          </a:p>
        </p:txBody>
      </p:sp>
    </p:spTree>
    <p:extLst>
      <p:ext uri="{BB962C8B-B14F-4D97-AF65-F5344CB8AC3E}">
        <p14:creationId xmlns:p14="http://schemas.microsoft.com/office/powerpoint/2010/main" val="1194986424"/>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2026-09-16T03:38:52.3750000Z</dcterms:created>
  <dcterms:modified xsi:type="dcterms:W3CDTF">2026-09-16T03:38:52.3750000Z</dcterms:modified>
</coreProperties>
</file>